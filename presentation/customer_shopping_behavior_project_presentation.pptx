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Retail Customer Shopping Behavior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 Used: Python, MySQL, Power BI</a:t>
            </a:r>
          </a:p>
          <a:p>
            <a:r>
              <a:t>Goal: Understand customer shopping behavior and generate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customer shopping data to understand buying patterns and factors affecting purchases.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Rows: 3900</a:t>
            </a:r>
          </a:p>
          <a:p>
            <a:r>
              <a:t>Columns: 18</a:t>
            </a:r>
          </a:p>
          <a:p>
            <a:r>
              <a:t>Includes demographics, purchase details, and shopping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Loaded dataset with pandas</a:t>
            </a:r>
          </a:p>
          <a:p>
            <a:r>
              <a:t>Handled missing values</a:t>
            </a:r>
          </a:p>
          <a:p>
            <a:r>
              <a:t>Renamed columns</a:t>
            </a:r>
          </a:p>
          <a:p>
            <a:r>
              <a:t>Created age_group feature</a:t>
            </a:r>
          </a:p>
          <a:p>
            <a:r>
              <a:t>Prepared data for SQL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(SQL)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by gender</a:t>
            </a:r>
          </a:p>
          <a:p>
            <a:r>
              <a:t>Top rated products</a:t>
            </a:r>
          </a:p>
          <a:p>
            <a:r>
              <a:t>Customer segmentation</a:t>
            </a:r>
          </a:p>
          <a:p>
            <a:r>
              <a:t>Discount impact analysis</a:t>
            </a:r>
          </a:p>
          <a:p>
            <a:r>
              <a:t>Revenue by age group.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(Power BI)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KPIs:</a:t>
            </a:r>
          </a:p>
          <a:p>
            <a:r>
              <a:t>Total Customers: 3.9K</a:t>
            </a:r>
          </a:p>
          <a:p>
            <a:r>
              <a:t>Average Purchase Amount: $59.76</a:t>
            </a:r>
          </a:p>
          <a:p>
            <a:r>
              <a:t>Average Rating: 3.75</a:t>
            </a:r>
          </a:p>
          <a:p>
            <a:r>
              <a:t>Visuals include category sales and age group revenue.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Clothing generates highest revenue</a:t>
            </a:r>
          </a:p>
          <a:p>
            <a:r>
              <a:t>Young adults contribute most revenue</a:t>
            </a:r>
          </a:p>
          <a:p>
            <a:r>
              <a:t>Most customers are not subscribed.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Promote subscriptions</a:t>
            </a:r>
          </a:p>
          <a:p>
            <a:r>
              <a:t>Reward loyal customers</a:t>
            </a:r>
          </a:p>
          <a:p>
            <a:r>
              <a:t>Focus marketing on high-spending groups</a:t>
            </a:r>
          </a:p>
          <a:p>
            <a:r>
              <a:t>Optimize discount strategies.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analytics helps understand customer behavior and improve business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